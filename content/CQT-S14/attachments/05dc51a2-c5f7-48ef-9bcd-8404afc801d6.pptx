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2" r:id="rId5"/>
  </p:sldMasterIdLst>
  <p:notesMasterIdLst>
    <p:notesMasterId r:id="rId9"/>
  </p:notesMasterIdLst>
  <p:sldIdLst>
    <p:sldId id="257" r:id="rId6"/>
    <p:sldId id="263" r:id="rId7"/>
    <p:sldId id="21414127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1565-8301-446E-B328-E557C593E0AB}" type="datetimeFigureOut">
              <a:rPr lang="en-SG" smtClean="0"/>
              <a:t>24/8/2026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90747-0540-4C4B-B7B0-17EF4053DE4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47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7585-0909-04B8-2611-D763A7B0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E2E6-424D-B152-6A94-EA1A700C1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EF968-8B5B-2AE6-A500-250A93BF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24/8/2026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3016-2A68-F319-ADC9-2E345C4E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0A97-5794-759F-06EF-32486732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765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486C-0AD4-F633-47E9-B0F1EC9CC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544AE-EC0F-9BD0-5571-637C8C944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D8623-0D23-0694-B653-0D2E78B0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D6C8-B854-465D-8561-2E2B4F68C857}" type="datetimeFigureOut">
              <a:rPr lang="en-SG" smtClean="0"/>
              <a:t>24/8/2026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D4DC1-034A-7D7F-EDAE-C4C35164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33606-B672-ECDB-46EA-BD82EC54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010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176461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5CEFA4-1652-55F8-B185-CB7FE3463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863263A6-19F8-1608-8A55-248059962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509" y="1502759"/>
            <a:ext cx="8941109" cy="204908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5683815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272A7-B62E-0E45-B989-3DA986EC2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D0CB9BE3-483D-C9BF-BC9A-6812F5127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6820" y="158752"/>
            <a:ext cx="11738362" cy="6058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709641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71CC8E-C346-32A4-C4CF-8877AD4ED0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457820ED-C741-8EA6-8C36-990451F4E9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4196763"/>
            <a:ext cx="3020036" cy="2661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AA9DC934-C737-9DED-58B6-899984733B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40596" y="140210"/>
            <a:ext cx="1363949" cy="42003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574546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24918-7C1A-A675-54C3-4C21B0BED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E5C541C-AA9F-BDDC-4CA6-2E5FABAF9E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D459B07E-8606-CB81-5E12-B04FDC6C92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4529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3264298"/>
            <a:ext cx="4078172" cy="359366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8511742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3F881-0BE2-CECA-E9FF-6312ED9B6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SG" smtClean="0"/>
              <a:t>‹#›</a:t>
            </a:fld>
            <a:endParaRPr lang="en-SG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B051AA0-17FE-6171-E6B7-D028B735D4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9FF9FDCC-FAEE-B1A3-5ADB-0CA5E78DB4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15291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35144" y="3273227"/>
            <a:ext cx="4056910" cy="35847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458503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ED33D-0A55-58BC-5D37-4C2D77BD3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4A0E8-2C2E-FDAC-E310-70C807DA6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85737-A190-C40F-DE10-08BDF03D9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0D6C8-B854-465D-8561-2E2B4F68C857}" type="datetimeFigureOut">
              <a:rPr lang="en-SG" smtClean="0"/>
              <a:t>24/8/2026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1491C-E6B0-CE7E-8F56-7958A410B2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6B9F3-00B8-480B-3B9D-2C08F09D3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805EC-B81F-42E8-A350-9C2631767D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028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24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497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4993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490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6998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484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498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478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39975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471" marR="0" indent="-317497" algn="l" defTabSz="412746" latinLnBrk="0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59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195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793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390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2988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587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184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782" algn="ctr" defTabSz="41274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F04F-84E5-32C6-6BEB-46CADD042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185" y="1122363"/>
            <a:ext cx="9987741" cy="2387600"/>
          </a:xfrm>
        </p:spPr>
        <p:txBody>
          <a:bodyPr/>
          <a:lstStyle/>
          <a:p>
            <a:r>
              <a:rPr lang="en-SG" dirty="0"/>
              <a:t>NQCH/QCIF Update -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65419-DE78-06E4-9989-4EAF9B75B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  <a:p>
            <a:r>
              <a:rPr lang="en-SG" dirty="0"/>
              <a:t>24/8/26 - Paul</a:t>
            </a:r>
          </a:p>
        </p:txBody>
      </p:sp>
    </p:spTree>
    <p:extLst>
      <p:ext uri="{BB962C8B-B14F-4D97-AF65-F5344CB8AC3E}">
        <p14:creationId xmlns:p14="http://schemas.microsoft.com/office/powerpoint/2010/main" val="87290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C20E3-BFF4-B4C8-E11E-4F32C0D85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ECA46AE-E85D-A579-0B16-518928DED675}"/>
              </a:ext>
            </a:extLst>
          </p:cNvPr>
          <p:cNvSpPr txBox="1"/>
          <p:nvPr/>
        </p:nvSpPr>
        <p:spPr>
          <a:xfrm>
            <a:off x="333362" y="179988"/>
            <a:ext cx="689241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QPU Update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C4BA9-EF37-DF63-A83A-B805676CFE23}"/>
              </a:ext>
            </a:extLst>
          </p:cNvPr>
          <p:cNvSpPr txBox="1"/>
          <p:nvPr/>
        </p:nvSpPr>
        <p:spPr>
          <a:xfrm>
            <a:off x="196388" y="1142007"/>
            <a:ext cx="1061687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Installation of QM Demo System onto 5Q and 20Q completed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Calibration of 20Q with QM</a:t>
            </a:r>
          </a:p>
          <a:p>
            <a:endParaRPr lang="en-US" sz="26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 qubit gate calibration complete [99.9% avg. pulse fidelity]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Readout fidelity optimization still pending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qubit pair calibration tested, able to reach ~97% Clifford fidelity, ~99.3% CZ gate fidelity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finish up on Wednesday</a:t>
            </a:r>
          </a:p>
        </p:txBody>
      </p:sp>
    </p:spTree>
    <p:extLst>
      <p:ext uri="{BB962C8B-B14F-4D97-AF65-F5344CB8AC3E}">
        <p14:creationId xmlns:p14="http://schemas.microsoft.com/office/powerpoint/2010/main" val="38922697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8AEC6-5708-57CC-757E-CF9124E6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2D18E-D82D-26A7-09A7-D9DCCC49247E}"/>
              </a:ext>
            </a:extLst>
          </p:cNvPr>
          <p:cNvSpPr txBox="1"/>
          <p:nvPr/>
        </p:nvSpPr>
        <p:spPr>
          <a:xfrm>
            <a:off x="570271" y="179988"/>
            <a:ext cx="8669325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000" b="1" dirty="0">
                <a:solidFill>
                  <a:schemeClr val="bg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Bim</a:t>
            </a:r>
            <a:r>
              <a:rPr kumimoji="0" lang="en-US" sz="30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onthly Forecast</a:t>
            </a:r>
            <a:endParaRPr kumimoji="0" lang="en-SG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10788-0270-829E-890C-FB6551A07016}"/>
              </a:ext>
            </a:extLst>
          </p:cNvPr>
          <p:cNvSpPr txBox="1"/>
          <p:nvPr/>
        </p:nvSpPr>
        <p:spPr>
          <a:xfrm>
            <a:off x="570269" y="879536"/>
            <a:ext cx="11516435" cy="51809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Aug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QM Demo [Ongoing]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A* </a:t>
            </a:r>
            <a:r>
              <a:rPr lang="en-SG" sz="300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Qibosoq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collaboration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Week 36.5: QM finishes 20Q calibration and hands over to CQT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endParaRPr lang="en-SG" sz="3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Sept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Qblox Pre-demo Meeting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endParaRPr lang="en-SG" sz="3000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825500" hangingPunct="0"/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Oct+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Qblox Demo</a:t>
            </a:r>
          </a:p>
          <a:p>
            <a:pPr marL="457200" indent="-457200" defTabSz="825500" hangingPunct="0">
              <a:buFont typeface="Arial" panose="020B0604020202020204" pitchFamily="34" charset="0"/>
              <a:buChar char="•"/>
            </a:pP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 on leave from 4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 to 15</a:t>
            </a:r>
            <a:r>
              <a:rPr lang="en-SG" sz="3000" baseline="30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lang="en-SG" sz="300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Oct</a:t>
            </a:r>
          </a:p>
        </p:txBody>
      </p:sp>
    </p:spTree>
    <p:extLst>
      <p:ext uri="{BB962C8B-B14F-4D97-AF65-F5344CB8AC3E}">
        <p14:creationId xmlns:p14="http://schemas.microsoft.com/office/powerpoint/2010/main" val="33283623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QCH-SG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a35ef5-f02f-4b62-8e7d-e6c8a4b0dab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03D145A80D144B7DB6C209C2F1C23" ma:contentTypeVersion="11" ma:contentTypeDescription="Create a new document." ma:contentTypeScope="" ma:versionID="37bc55e08b178bcd0b275d8ee395bd6f">
  <xsd:schema xmlns:xsd="http://www.w3.org/2001/XMLSchema" xmlns:xs="http://www.w3.org/2001/XMLSchema" xmlns:p="http://schemas.microsoft.com/office/2006/metadata/properties" xmlns:ns3="e8a35ef5-f02f-4b62-8e7d-e6c8a4b0dabd" targetNamespace="http://schemas.microsoft.com/office/2006/metadata/properties" ma:root="true" ma:fieldsID="d3f7aac5d39147bc5d634c9e3f0d1b57" ns3:_="">
    <xsd:import namespace="e8a35ef5-f02f-4b62-8e7d-e6c8a4b0da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35ef5-f02f-4b62-8e7d-e6c8a4b0da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AB265E-B562-47CB-AE36-263D04CD09CD}">
  <ds:schemaRefs>
    <ds:schemaRef ds:uri="http://purl.org/dc/terms/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8a35ef5-f02f-4b62-8e7d-e6c8a4b0dabd"/>
  </ds:schemaRefs>
</ds:datastoreItem>
</file>

<file path=customXml/itemProps2.xml><?xml version="1.0" encoding="utf-8"?>
<ds:datastoreItem xmlns:ds="http://schemas.openxmlformats.org/officeDocument/2006/customXml" ds:itemID="{CE10661E-B0F6-4289-9766-EF24B90739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BAEAF5-BE60-480A-8A5D-F9FBBB9181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35ef5-f02f-4b62-8e7d-e6c8a4b0da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27518</TotalTime>
  <Words>111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Helvetica Neue</vt:lpstr>
      <vt:lpstr>Helvetica Neue Light</vt:lpstr>
      <vt:lpstr>Aptos</vt:lpstr>
      <vt:lpstr>Arial</vt:lpstr>
      <vt:lpstr>Calibri</vt:lpstr>
      <vt:lpstr>Calibri Light</vt:lpstr>
      <vt:lpstr>Office Theme</vt:lpstr>
      <vt:lpstr>NQCH-SG</vt:lpstr>
      <vt:lpstr>NQCH/QCIF Update - Hardware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NQCH Update - Hardware</dc:title>
  <dc:creator>#TAN YUANZHENG PAUL#</dc:creator>
  <cp:lastModifiedBy>Paul Tan</cp:lastModifiedBy>
  <cp:revision>133</cp:revision>
  <dcterms:created xsi:type="dcterms:W3CDTF">2024-05-29T05:01:05Z</dcterms:created>
  <dcterms:modified xsi:type="dcterms:W3CDTF">2026-08-24T04:45:27Z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0x0101008DB03D145A80D144B7DB6C209C2F1C23</vt:lpwstr>
  </property>
</Properties>
</file>