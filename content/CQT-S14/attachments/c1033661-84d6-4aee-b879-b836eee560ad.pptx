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52" r:id="rId5"/>
  </p:sldMasterIdLst>
  <p:notesMasterIdLst>
    <p:notesMasterId r:id="rId10"/>
  </p:notesMasterIdLst>
  <p:sldIdLst>
    <p:sldId id="257" r:id="rId6"/>
    <p:sldId id="263" r:id="rId7"/>
    <p:sldId id="2141412780" r:id="rId8"/>
    <p:sldId id="214141277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92" d="100"/>
          <a:sy n="92" d="100"/>
        </p:scale>
        <p:origin x="295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FE1565-8301-446E-B328-E557C593E0AB}" type="datetimeFigureOut">
              <a:rPr lang="en-SG" smtClean="0"/>
              <a:t>14/9/2026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90747-0540-4C4B-B7B0-17EF4053DE4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1470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490747-0540-4C4B-B7B0-17EF4053DE49}" type="slidenum">
              <a:rPr lang="en-SG" smtClean="0"/>
              <a:t>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12712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97585-0909-04B8-2611-D763A7B0B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0E2E6-424D-B152-6A94-EA1A700C1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7EF968-8B5B-2AE6-A500-250A93BF8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0D6C8-B854-465D-8561-2E2B4F68C857}" type="datetimeFigureOut">
              <a:rPr lang="en-SG" smtClean="0"/>
              <a:t>14/9/2026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93016-2A68-F319-ADC9-2E345C4EA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90A97-5794-759F-06EF-32486732A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805EC-B81F-42E8-A350-9C2631767DD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27657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6486C-0AD4-F633-47E9-B0F1EC9CCD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3544AE-EC0F-9BD0-5571-637C8C9440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D8623-0D23-0694-B653-0D2E78B01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0D6C8-B854-465D-8561-2E2B4F68C857}" type="datetimeFigureOut">
              <a:rPr lang="en-SG" smtClean="0"/>
              <a:t>14/9/2026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D4DC1-034A-7D7F-EDAE-C4C351645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33606-B672-ECDB-46EA-BD82EC545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805EC-B81F-42E8-A350-9C2631767DD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70107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9272A7-B62E-0E45-B989-3DA986EC28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SG" smtClean="0"/>
              <a:t>‹#›</a:t>
            </a:fld>
            <a:endParaRPr lang="en-SG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D0CB9BE3-483D-C9BF-BC9A-6812F51272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6820" y="158752"/>
            <a:ext cx="11738362" cy="60582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017646187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5CEFA4-1652-55F8-B185-CB7FE34635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SG" smtClean="0"/>
              <a:t>‹#›</a:t>
            </a:fld>
            <a:endParaRPr lang="en-SG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863263A6-19F8-1608-8A55-2480599623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1509" y="1502759"/>
            <a:ext cx="8941109" cy="204908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756838151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9272A7-B62E-0E45-B989-3DA986EC28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SG" smtClean="0"/>
              <a:t>‹#›</a:t>
            </a:fld>
            <a:endParaRPr lang="en-SG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D0CB9BE3-483D-C9BF-BC9A-6812F51272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6820" y="158752"/>
            <a:ext cx="11738362" cy="60582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970964192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71CC8E-C346-32A4-C4CF-8877AD4ED0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SG" smtClean="0"/>
              <a:t>‹#›</a:t>
            </a:fld>
            <a:endParaRPr lang="en-SG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457820ED-C741-8EA6-8C36-990451F4E9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" y="4196763"/>
            <a:ext cx="3020036" cy="2661239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AA9DC934-C737-9DED-58B6-899984733BD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40596" y="140210"/>
            <a:ext cx="1363949" cy="42003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57454605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24918-7C1A-A675-54C3-4C21B0BED7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SG" smtClean="0"/>
              <a:t>‹#›</a:t>
            </a:fld>
            <a:endParaRPr lang="en-SG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CE5C541C-AA9F-BDDC-4CA6-2E5FABAF9E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D459B07E-8606-CB81-5E12-B04FDC6C92A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14529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" y="3264298"/>
            <a:ext cx="4078172" cy="359366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85117428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63F881-0BE2-CECA-E9FF-6312ED9B64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SG" smtClean="0"/>
              <a:t>‹#›</a:t>
            </a:fld>
            <a:endParaRPr lang="en-SG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B051AA0-17FE-6171-E6B7-D028B735D4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9FF9FDCC-FAEE-B1A3-5ADB-0CA5E78DB43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15291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35144" y="3273227"/>
            <a:ext cx="4056910" cy="358476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64585031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9ED33D-0A55-58BC-5D37-4C2D77BD3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4A0E8-2C2E-FDAC-E310-70C807DA6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85737-A190-C40F-DE10-08BDF03D9F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20D6C8-B854-465D-8561-2E2B4F68C857}" type="datetimeFigureOut">
              <a:rPr lang="en-SG" smtClean="0"/>
              <a:t>14/9/2026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1491C-E6B0-CE7E-8F56-7958A410B2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6B9F3-00B8-480B-3B9D-2C08F09D3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805EC-B81F-42E8-A350-9C2631767DD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20282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  <p:sldLayoutId id="2147483658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2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9245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</p:sldLayoutIdLst>
  <p:transition spd="med"/>
  <p:txStyles>
    <p:titleStyle>
      <a:lvl1pPr marL="0" marR="0" indent="0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228598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457195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685793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914390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1142988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1371587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1600184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1828782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317497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634993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952490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269988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1587484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1904981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2222478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2539975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2857471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598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195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793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390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2988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587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184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782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3F04F-84E5-32C6-6BEB-46CADD042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8185" y="1122363"/>
            <a:ext cx="9987741" cy="2387600"/>
          </a:xfrm>
        </p:spPr>
        <p:txBody>
          <a:bodyPr/>
          <a:lstStyle/>
          <a:p>
            <a:r>
              <a:rPr lang="en-SG" dirty="0"/>
              <a:t>NQCH/QCIF Update - Hardware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F65419-DE78-06E4-9989-4EAF9B75B1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 dirty="0"/>
          </a:p>
          <a:p>
            <a:r>
              <a:rPr lang="en-SG" dirty="0"/>
              <a:t>14/9/26 - Paul</a:t>
            </a:r>
          </a:p>
        </p:txBody>
      </p:sp>
    </p:spTree>
    <p:extLst>
      <p:ext uri="{BB962C8B-B14F-4D97-AF65-F5344CB8AC3E}">
        <p14:creationId xmlns:p14="http://schemas.microsoft.com/office/powerpoint/2010/main" val="872903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C20E3-BFF4-B4C8-E11E-4F32C0D85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ECA46AE-E85D-A579-0B16-518928DED675}"/>
              </a:ext>
            </a:extLst>
          </p:cNvPr>
          <p:cNvSpPr txBox="1"/>
          <p:nvPr/>
        </p:nvSpPr>
        <p:spPr>
          <a:xfrm>
            <a:off x="333362" y="179988"/>
            <a:ext cx="6892413" cy="564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QPU Update</a:t>
            </a:r>
            <a:endParaRPr kumimoji="0" lang="en-SG" sz="30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DCD1B2-F2EB-33E6-5BAA-AD3E67078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9748" y="634094"/>
            <a:ext cx="6142252" cy="62298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6A77D3-CBC0-11AE-D23A-153865E44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29" y="911894"/>
            <a:ext cx="5486875" cy="584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26972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5F009-A37B-6BBA-4E0E-6DD014410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D81B4F6-C513-687F-00F4-0C4AE99F1B73}"/>
              </a:ext>
            </a:extLst>
          </p:cNvPr>
          <p:cNvSpPr txBox="1"/>
          <p:nvPr/>
        </p:nvSpPr>
        <p:spPr>
          <a:xfrm>
            <a:off x="333362" y="179988"/>
            <a:ext cx="6892413" cy="564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QPU Update</a:t>
            </a:r>
            <a:endParaRPr kumimoji="0" lang="en-SG" sz="30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225598-9C9C-37C5-ABC6-6B93AB7398A8}"/>
              </a:ext>
            </a:extLst>
          </p:cNvPr>
          <p:cNvSpPr txBox="1"/>
          <p:nvPr/>
        </p:nvSpPr>
        <p:spPr>
          <a:xfrm>
            <a:off x="599363" y="1164481"/>
            <a:ext cx="5496637" cy="49039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342900" indent="-342900" defTabSz="825500" hangingPunct="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Grafana logging started</a:t>
            </a:r>
          </a:p>
          <a:p>
            <a:pPr marL="342900" indent="-342900" defTabSz="825500" hangingPunct="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indent="-342900" defTabSz="825500" hangingPunct="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Simultaneous qubit usage seems to be poor</a:t>
            </a:r>
            <a:r>
              <a:rPr lang="en-SG" sz="24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will check QM’s calibration</a:t>
            </a:r>
          </a:p>
          <a:p>
            <a:pPr marL="342900" indent="-342900" defTabSz="825500" hangingPunct="0">
              <a:buFont typeface="Arial" panose="020B0604020202020204" pitchFamily="34" charset="0"/>
              <a:buChar char="•"/>
            </a:pPr>
            <a:endParaRPr lang="en-SG" sz="24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indent="-342900" defTabSz="825500" hangingPunct="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Readout fidelity is generally poor</a:t>
            </a:r>
          </a:p>
          <a:p>
            <a:pPr marL="342900" indent="-342900" defTabSz="825500" hangingPunct="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indent="-342900" defTabSz="825500" hangingPunct="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Tested Arthur’s </a:t>
            </a:r>
            <a:r>
              <a:rPr lang="en-US" sz="240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Qibo</a:t>
            </a:r>
            <a:r>
              <a:rPr lang="en-US" sz="24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-QM bridge, found an issue and reported to him on </a:t>
            </a:r>
            <a:r>
              <a:rPr lang="en-US" sz="240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Github</a:t>
            </a:r>
            <a:endParaRPr lang="en-US" sz="24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indent="-342900" defTabSz="825500" hangingPunct="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indent="-342900" defTabSz="825500" hangingPunct="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Will be sticking to the custom solution for now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FA7584-9F91-22AD-E722-CA19FA3221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2952" y="924413"/>
            <a:ext cx="5258256" cy="575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053320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8AEC6-5708-57CC-757E-CF9124E65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02D18E-D82D-26A7-09A7-D9DCCC49247E}"/>
              </a:ext>
            </a:extLst>
          </p:cNvPr>
          <p:cNvSpPr txBox="1"/>
          <p:nvPr/>
        </p:nvSpPr>
        <p:spPr>
          <a:xfrm>
            <a:off x="570271" y="179988"/>
            <a:ext cx="8669325" cy="564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000" b="1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Bim</a:t>
            </a:r>
            <a:r>
              <a:rPr kumimoji="0" lang="en-US" sz="3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onthly Forecast</a:t>
            </a:r>
            <a:endParaRPr kumimoji="0" lang="en-SG" sz="30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210788-0270-829E-890C-FB6551A07016}"/>
              </a:ext>
            </a:extLst>
          </p:cNvPr>
          <p:cNvSpPr txBox="1"/>
          <p:nvPr/>
        </p:nvSpPr>
        <p:spPr>
          <a:xfrm>
            <a:off x="570269" y="1802865"/>
            <a:ext cx="11516435" cy="333424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 hangingPunct="0"/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Sept</a:t>
            </a:r>
          </a:p>
          <a:p>
            <a:pPr marL="457200" indent="-457200" defTabSz="825500" hangingPunct="0">
              <a:buFont typeface="Arial" panose="020B0604020202020204" pitchFamily="34" charset="0"/>
              <a:buChar char="•"/>
            </a:pPr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Qblox Pre-demo Meeting</a:t>
            </a:r>
          </a:p>
          <a:p>
            <a:pPr marL="457200" indent="-457200" defTabSz="825500" hangingPunct="0">
              <a:buFont typeface="Arial" panose="020B0604020202020204" pitchFamily="34" charset="0"/>
              <a:buChar char="•"/>
            </a:pPr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A* </a:t>
            </a:r>
            <a:r>
              <a:rPr lang="en-SG" sz="300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Qibosoq</a:t>
            </a:r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collaboration</a:t>
            </a:r>
          </a:p>
          <a:p>
            <a:pPr marL="457200" indent="-457200" defTabSz="825500" hangingPunct="0">
              <a:buFont typeface="Arial" panose="020B0604020202020204" pitchFamily="34" charset="0"/>
              <a:buChar char="•"/>
            </a:pPr>
            <a:endParaRPr lang="en-SG" sz="30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defTabSz="825500" hangingPunct="0"/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Oct+</a:t>
            </a:r>
          </a:p>
          <a:p>
            <a:pPr marL="457200" indent="-457200" defTabSz="825500" hangingPunct="0">
              <a:buFont typeface="Arial" panose="020B0604020202020204" pitchFamily="34" charset="0"/>
              <a:buChar char="•"/>
            </a:pPr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Qblox Demo</a:t>
            </a:r>
          </a:p>
          <a:p>
            <a:pPr marL="457200" indent="-457200" defTabSz="825500" hangingPunct="0">
              <a:buFont typeface="Arial" panose="020B0604020202020204" pitchFamily="34" charset="0"/>
              <a:buChar char="•"/>
            </a:pPr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Paul on leave from 4</a:t>
            </a:r>
            <a:r>
              <a:rPr lang="en-SG" sz="3000" baseline="30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</a:t>
            </a:r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Oct to 15</a:t>
            </a:r>
            <a:r>
              <a:rPr lang="en-SG" sz="3000" baseline="30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</a:t>
            </a:r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Oct</a:t>
            </a:r>
          </a:p>
        </p:txBody>
      </p:sp>
    </p:spTree>
    <p:extLst>
      <p:ext uri="{BB962C8B-B14F-4D97-AF65-F5344CB8AC3E}">
        <p14:creationId xmlns:p14="http://schemas.microsoft.com/office/powerpoint/2010/main" val="3328362397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QCH-SG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8a35ef5-f02f-4b62-8e7d-e6c8a4b0dab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B03D145A80D144B7DB6C209C2F1C23" ma:contentTypeVersion="11" ma:contentTypeDescription="Create a new document." ma:contentTypeScope="" ma:versionID="37bc55e08b178bcd0b275d8ee395bd6f">
  <xsd:schema xmlns:xsd="http://www.w3.org/2001/XMLSchema" xmlns:xs="http://www.w3.org/2001/XMLSchema" xmlns:p="http://schemas.microsoft.com/office/2006/metadata/properties" xmlns:ns3="e8a35ef5-f02f-4b62-8e7d-e6c8a4b0dabd" targetNamespace="http://schemas.microsoft.com/office/2006/metadata/properties" ma:root="true" ma:fieldsID="d3f7aac5d39147bc5d634c9e3f0d1b57" ns3:_="">
    <xsd:import namespace="e8a35ef5-f02f-4b62-8e7d-e6c8a4b0dabd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a35ef5-f02f-4b62-8e7d-e6c8a4b0dabd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9AB265E-B562-47CB-AE36-263D04CD09CD}">
  <ds:schemaRefs>
    <ds:schemaRef ds:uri="http://purl.org/dc/terms/"/>
    <ds:schemaRef ds:uri="http://purl.org/dc/dcmitype/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e8a35ef5-f02f-4b62-8e7d-e6c8a4b0dabd"/>
  </ds:schemaRefs>
</ds:datastoreItem>
</file>

<file path=customXml/itemProps2.xml><?xml version="1.0" encoding="utf-8"?>
<ds:datastoreItem xmlns:ds="http://schemas.openxmlformats.org/officeDocument/2006/customXml" ds:itemID="{CE10661E-B0F6-4289-9766-EF24B907390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4BAEAF5-BE60-480A-8A5D-F9FBBB9181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8a35ef5-f02f-4b62-8e7d-e6c8a4b0dab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27641</TotalTime>
  <Words>80</Words>
  <Application>Microsoft Office PowerPoint</Application>
  <PresentationFormat>Widescreen</PresentationFormat>
  <Paragraphs>23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Helvetica Neue</vt:lpstr>
      <vt:lpstr>Helvetica Neue Light</vt:lpstr>
      <vt:lpstr>Aptos</vt:lpstr>
      <vt:lpstr>Arial</vt:lpstr>
      <vt:lpstr>Calibri</vt:lpstr>
      <vt:lpstr>Calibri Light</vt:lpstr>
      <vt:lpstr>Office Theme</vt:lpstr>
      <vt:lpstr>NQCH-SG</vt:lpstr>
      <vt:lpstr>NQCH/QCIF Update - Hardware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NQCH Update - Hardware</dc:title>
  <dc:creator>#TAN YUANZHENG PAUL#</dc:creator>
  <cp:lastModifiedBy>Paul Tan</cp:lastModifiedBy>
  <cp:revision>139</cp:revision>
  <dcterms:created xsi:type="dcterms:W3CDTF">2024-05-29T05:01:05Z</dcterms:created>
  <dcterms:modified xsi:type="dcterms:W3CDTF">2026-09-14T08:29:05Z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0x0101008DB03D145A80D144B7DB6C209C2F1C23</vt:lpwstr>
  </property>
</Properties>
</file>