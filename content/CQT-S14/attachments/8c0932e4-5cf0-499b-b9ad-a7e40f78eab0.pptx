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10"/>
  </p:notesMasterIdLst>
  <p:sldIdLst>
    <p:sldId id="257" r:id="rId6"/>
    <p:sldId id="263" r:id="rId7"/>
    <p:sldId id="2141412787" r:id="rId8"/>
    <p:sldId id="21414127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28/7/2026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3D86-B786-5688-91C2-627FF765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4152A-3CB4-5595-7281-BCEA4B87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AA5C0-3AE9-F0C7-47DC-7192644D8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69076-8FF0-8E89-E8CC-2F8DEBE3C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39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28/7/2026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3/8/26 -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74D50-8CC2-8E5B-7BBA-CC53EF9B2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747" y="1911923"/>
            <a:ext cx="5852172" cy="438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2C4BA9-EF37-DF63-A83A-B805676CFE23}"/>
              </a:ext>
            </a:extLst>
          </p:cNvPr>
          <p:cNvSpPr txBox="1"/>
          <p:nvPr/>
        </p:nvSpPr>
        <p:spPr>
          <a:xfrm>
            <a:off x="196388" y="1142007"/>
            <a:ext cx="961263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Increased average single qubit gate fidelity by increasing sensitivity of rotation error measurement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Q6 seems to have a crosstalk issue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Two-qubit gates have a chance for</a:t>
            </a:r>
            <a:b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 job failure and channel lockup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a sequence with different</a:t>
            </a:r>
            <a:b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 seems to free this lockup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 set of parameters uploaded</a:t>
            </a:r>
          </a:p>
        </p:txBody>
      </p:sp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474F-49A7-4200-2557-2C461775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2BA2D-F54D-B6B5-DEDE-2DA16516D378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Power </a:t>
            </a: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Failure p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ost-incident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2B719-681C-AAFF-E61B-E7B58D085903}"/>
              </a:ext>
            </a:extLst>
          </p:cNvPr>
          <p:cNvSpPr txBox="1"/>
          <p:nvPr/>
        </p:nvSpPr>
        <p:spPr>
          <a:xfrm>
            <a:off x="336664" y="1882396"/>
            <a:ext cx="11143212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Engaging buildings team to lay down more emergency power supply lines to diversify power dependency</a:t>
            </a:r>
          </a:p>
        </p:txBody>
      </p:sp>
    </p:spTree>
    <p:extLst>
      <p:ext uri="{BB962C8B-B14F-4D97-AF65-F5344CB8AC3E}">
        <p14:creationId xmlns:p14="http://schemas.microsoft.com/office/powerpoint/2010/main" val="6466835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71" y="1023393"/>
            <a:ext cx="10344340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Sept/Oct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AB265E-B562-47CB-AE36-263D04CD09CD}">
  <ds:schemaRefs>
    <ds:schemaRef ds:uri="http://schemas.openxmlformats.org/package/2006/metadata/core-properties"/>
    <ds:schemaRef ds:uri="http://purl.org/dc/terms/"/>
    <ds:schemaRef ds:uri="e8a35ef5-f02f-4b62-8e7d-e6c8a4b0dabd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27238</TotalTime>
  <Words>100</Words>
  <Application>Microsoft Office PowerPoint</Application>
  <PresentationFormat>Widescreen</PresentationFormat>
  <Paragraphs>24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129</cp:revision>
  <dcterms:created xsi:type="dcterms:W3CDTF">2024-05-29T05:01:05Z</dcterms:created>
  <dcterms:modified xsi:type="dcterms:W3CDTF">2026-08-06T05:58:12Z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