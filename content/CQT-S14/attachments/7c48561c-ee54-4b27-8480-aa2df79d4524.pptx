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15"/>
  </p:notesMasterIdLst>
  <p:sldIdLst>
    <p:sldId id="257" r:id="rId6"/>
    <p:sldId id="2141412781" r:id="rId7"/>
    <p:sldId id="2141412782" r:id="rId8"/>
    <p:sldId id="263" r:id="rId9"/>
    <p:sldId id="2141412785" r:id="rId10"/>
    <p:sldId id="2141412786" r:id="rId11"/>
    <p:sldId id="2141412787" r:id="rId12"/>
    <p:sldId id="2141412784" r:id="rId13"/>
    <p:sldId id="21414127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565-8301-446E-B328-E557C593E0AB}" type="datetimeFigureOut">
              <a:rPr lang="en-SG" smtClean="0"/>
              <a:t>27/7/2026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90747-0540-4C4B-B7B0-17EF4053DE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4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5ADE-258B-9E24-1B6F-58943778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65CE6-0421-BDB3-E408-9291325A1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5EF6E-C940-3B19-502B-1227A36B4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CCA39-3FA0-E541-E254-D2015784C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90747-0540-4C4B-B7B0-17EF4053DE49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2412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2419-9B4D-1F36-0378-A6285A95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9813A-C070-548D-BFA4-CE8504CEC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D71A3-0609-48C6-C718-738992A87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EF9AF-12BA-4D3D-8AA4-1E1E31E16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90747-0540-4C4B-B7B0-17EF4053DE49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9332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73D86-B786-5688-91C2-627FF765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4152A-3CB4-5595-7281-BCEA4B870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AA5C0-3AE9-F0C7-47DC-7192644D8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69076-8FF0-8E89-E8CC-2F8DEBE3C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90747-0540-4C4B-B7B0-17EF4053DE49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139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7585-0909-04B8-2611-D763A7B0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2E6-424D-B152-6A94-EA1A700C1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EF968-8B5B-2AE6-A500-250A93B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3016-2A68-F319-ADC9-2E345C4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0A97-5794-759F-06EF-3248673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6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86C-0AD4-F633-47E9-B0F1EC9C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544AE-EC0F-9BD0-5571-637C8C944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D8623-0D23-0694-B653-0D2E78B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4DC1-034A-7D7F-EDAE-C4C35164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3606-B672-ECDB-46EA-BD82EC5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01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76461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CEFA4-1652-55F8-B185-CB7FE3463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63263A6-19F8-1608-8A55-248059962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09" y="1502759"/>
            <a:ext cx="8941109" cy="20490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6838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09641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CC8E-C346-32A4-C4CF-8877AD4ED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57820ED-C741-8EA6-8C36-990451F4E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196763"/>
            <a:ext cx="3020036" cy="2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AA9DC934-C737-9DED-58B6-899984733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0596" y="140210"/>
            <a:ext cx="1363949" cy="42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4546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24918-7C1A-A675-54C3-4C21B0BED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E5C541C-AA9F-BDDC-4CA6-2E5FABAF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459B07E-8606-CB81-5E12-B04FDC6C92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4529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264298"/>
            <a:ext cx="4078172" cy="35936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851174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3F881-0BE2-CECA-E9FF-6312ED9B6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B051AA0-17FE-6171-E6B7-D028B735D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FF9FDCC-FAEE-B1A3-5ADB-0CA5E78DB4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29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35144" y="3273227"/>
            <a:ext cx="4056910" cy="35847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45850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ED33D-0A55-58BC-5D37-4C2D77B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A0E8-2C2E-FDAC-E310-70C807DA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5737-A190-C40F-DE10-08BDF03D9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6C8-B854-465D-8561-2E2B4F68C857}" type="datetimeFigureOut">
              <a:rPr lang="en-SG" smtClean="0"/>
              <a:t>27/7/2026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491C-E6B0-CE7E-8F56-7958A410B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B9F3-00B8-480B-3B9D-2C08F09D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02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497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4993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490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6998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484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498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7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75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7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F04F-84E5-32C6-6BEB-46CADD04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185" y="1122363"/>
            <a:ext cx="9987741" cy="2387600"/>
          </a:xfrm>
        </p:spPr>
        <p:txBody>
          <a:bodyPr/>
          <a:lstStyle/>
          <a:p>
            <a:r>
              <a:rPr lang="en-SG" dirty="0"/>
              <a:t>NQCH/QCIF Update -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5419-DE78-06E4-9989-4EAF9B75B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 dirty="0"/>
              <a:t>27/7/26 - Paul</a:t>
            </a:r>
          </a:p>
        </p:txBody>
      </p:sp>
    </p:spTree>
    <p:extLst>
      <p:ext uri="{BB962C8B-B14F-4D97-AF65-F5344CB8AC3E}">
        <p14:creationId xmlns:p14="http://schemas.microsoft.com/office/powerpoint/2010/main" val="8729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3DF6-F9E0-7F8F-490B-681A2328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F2BEA-5B7B-9665-47B0-0B97B989356B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General Status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FAAE15-21B5-D387-F343-A3738E3A67A5}"/>
              </a:ext>
            </a:extLst>
          </p:cNvPr>
          <p:cNvSpPr txBox="1"/>
          <p:nvPr/>
        </p:nvSpPr>
        <p:spPr>
          <a:xfrm>
            <a:off x="336664" y="2938112"/>
            <a:ext cx="11143212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Keysight 20Q update – DRAG pulses and full readout working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 Failure Incident</a:t>
            </a:r>
          </a:p>
        </p:txBody>
      </p:sp>
    </p:spTree>
    <p:extLst>
      <p:ext uri="{BB962C8B-B14F-4D97-AF65-F5344CB8AC3E}">
        <p14:creationId xmlns:p14="http://schemas.microsoft.com/office/powerpoint/2010/main" val="26679482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D3D1-9086-2B91-F674-7855C123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5396A3-81DC-2745-1675-D44422BE00EC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Cluster Updates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BAD30-5884-A774-9C11-44C2DCAA492E}"/>
              </a:ext>
            </a:extLst>
          </p:cNvPr>
          <p:cNvSpPr txBox="1"/>
          <p:nvPr/>
        </p:nvSpPr>
        <p:spPr>
          <a:xfrm>
            <a:off x="336664" y="2137896"/>
            <a:ext cx="11143212" cy="2503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17/7/26: Regular patching, no noteworthy CVEs</a:t>
            </a: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Moved default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module to qibo-ks-274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GPU libs not installed on this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venv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yet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qcaas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Quarko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sim backend deployment tested and working</a:t>
            </a:r>
          </a:p>
        </p:txBody>
      </p:sp>
    </p:spTree>
    <p:extLst>
      <p:ext uri="{BB962C8B-B14F-4D97-AF65-F5344CB8AC3E}">
        <p14:creationId xmlns:p14="http://schemas.microsoft.com/office/powerpoint/2010/main" val="110861981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20E3-BFF4-B4C8-E11E-4F32C0D8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CA46AE-E85D-A579-0B16-518928DED675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20Q Keysight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FBF486-73AC-D874-685B-2E3A25A8A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362" y="2381588"/>
            <a:ext cx="5852172" cy="43891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3904E9-E83D-0495-4B60-2D36042DB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85534" y="2381587"/>
            <a:ext cx="5852172" cy="438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2C4BA9-EF37-DF63-A83A-B805676CFE23}"/>
              </a:ext>
            </a:extLst>
          </p:cNvPr>
          <p:cNvSpPr txBox="1"/>
          <p:nvPr/>
        </p:nvSpPr>
        <p:spPr>
          <a:xfrm>
            <a:off x="699308" y="934189"/>
            <a:ext cx="961263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DRAG pulses and full readout working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step is to fix the couplers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Additionally diagnose potential 2Q Keysight AWG issue</a:t>
            </a:r>
          </a:p>
        </p:txBody>
      </p:sp>
    </p:spTree>
    <p:extLst>
      <p:ext uri="{BB962C8B-B14F-4D97-AF65-F5344CB8AC3E}">
        <p14:creationId xmlns:p14="http://schemas.microsoft.com/office/powerpoint/2010/main" val="38922697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1B111-10A2-E695-B61B-32DF5E67C411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Power Failure Incident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E091AA-0717-16D8-A858-19DF09AE1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9747"/>
              </p:ext>
            </p:extLst>
          </p:nvPr>
        </p:nvGraphicFramePr>
        <p:xfrm>
          <a:off x="860367" y="1131513"/>
          <a:ext cx="10471265" cy="5430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706">
                  <a:extLst>
                    <a:ext uri="{9D8B030D-6E8A-4147-A177-3AD203B41FA5}">
                      <a16:colId xmlns:a16="http://schemas.microsoft.com/office/drawing/2014/main" val="618184525"/>
                    </a:ext>
                  </a:extLst>
                </a:gridCol>
                <a:gridCol w="7909559">
                  <a:extLst>
                    <a:ext uri="{9D8B030D-6E8A-4147-A177-3AD203B41FA5}">
                      <a16:colId xmlns:a16="http://schemas.microsoft.com/office/drawing/2014/main" val="2193163659"/>
                    </a:ext>
                  </a:extLst>
                </a:gridCol>
              </a:tblGrid>
              <a:tr h="442324"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Timeline</a:t>
                      </a:r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413236358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25/7 1520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Communication lost with control instrumentation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4191625027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25/7 1523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Fridge overpressure warning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2888906945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25/7 1600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Arrival on-site to find partial power trip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540691126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25/7 1605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Started mixture recovery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621312912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25/7 1620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Contacted </a:t>
                      </a:r>
                      <a:r>
                        <a:rPr lang="en-US" sz="2000" b="0" dirty="0" err="1"/>
                        <a:t>Hizrat</a:t>
                      </a:r>
                      <a:r>
                        <a:rPr lang="en-US" sz="2000" b="0" dirty="0"/>
                        <a:t> and Easy Services after trying to diagnose fault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176909011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25/7 1700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Easy Services arrived and found cause of electrical fault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2031599955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25/7 2300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Easy Services finished installing replacement temporary part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821691990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26/7 1100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Started mixture condensation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3021428043"/>
                  </a:ext>
                </a:extLst>
              </a:tr>
              <a:tr h="554222">
                <a:tc>
                  <a:txBody>
                    <a:bodyPr/>
                    <a:lstStyle/>
                    <a:p>
                      <a:pPr marL="0" marR="0" lvl="0" indent="0" algn="ctr" defTabSz="343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26/7 1300</a:t>
                      </a:r>
                      <a:endParaRPr lang="en-SG" sz="2000" b="0" dirty="0"/>
                    </a:p>
                  </a:txBody>
                  <a:tcPr marL="109728" marR="109728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dirty="0"/>
                        <a:t>Condensation complete</a:t>
                      </a:r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2904874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11572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E6520-167C-09FB-2AA1-1D5B46C41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0" y="-166253"/>
            <a:ext cx="8020745" cy="4267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63B47C-14CC-8CDB-BCAB-D39C6F76F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664" y="4471292"/>
            <a:ext cx="6447079" cy="20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1137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7474F-49A7-4200-2557-2C461775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2BA2D-F54D-B6B5-DEDE-2DA16516D378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Post-incident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2B719-681C-AAFF-E61B-E7B58D085903}"/>
              </a:ext>
            </a:extLst>
          </p:cNvPr>
          <p:cNvSpPr txBox="1"/>
          <p:nvPr/>
        </p:nvSpPr>
        <p:spPr>
          <a:xfrm>
            <a:off x="336664" y="1082177"/>
            <a:ext cx="11143212" cy="2503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 power disruption caused cold water pumps and temperature sensing to fail, but login node on emergency power was able to inform us of over-pressure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Cold water monitoring also failed because the aux network switch was on normal power supply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Cold water supply has tripped before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D27DB-10DE-E7B8-F54A-7A4A9FBE7DF3}"/>
              </a:ext>
            </a:extLst>
          </p:cNvPr>
          <p:cNvSpPr txBox="1"/>
          <p:nvPr/>
        </p:nvSpPr>
        <p:spPr>
          <a:xfrm>
            <a:off x="336664" y="4015349"/>
            <a:ext cx="11143212" cy="1703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Remedial steps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engage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Hizrat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add more emergency power supply so we can switch critical infrastructure away from point of failure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engage Leiden on why mixture auto-recovery did not trigger</a:t>
            </a:r>
          </a:p>
        </p:txBody>
      </p:sp>
    </p:spTree>
    <p:extLst>
      <p:ext uri="{BB962C8B-B14F-4D97-AF65-F5344CB8AC3E}">
        <p14:creationId xmlns:p14="http://schemas.microsoft.com/office/powerpoint/2010/main" val="6466835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B957-E0AF-58D9-4A38-F5397902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8BCE9-019B-5772-ED77-C38FADFB1AD7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Qibocal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6E1BA-AED8-A5BE-F709-493F204AE77E}"/>
              </a:ext>
            </a:extLst>
          </p:cNvPr>
          <p:cNvSpPr txBox="1"/>
          <p:nvPr/>
        </p:nvSpPr>
        <p:spPr>
          <a:xfrm>
            <a:off x="570271" y="717702"/>
            <a:ext cx="10693475" cy="61042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Coupler Ramsey [Stale]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attempt for deterministic/automatic calibration of the coupler bias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Opened PR #1510 as draft implementation</a:t>
            </a: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Parallel RB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Opened PR #1490 to accelerate benchmarking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Merged</a:t>
            </a: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Circuit Measurement Rework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Opened PR #1532 to clean measurement assignment in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Qibocal</a:t>
            </a: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Waiting for review</a:t>
            </a: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Optimize circuit-based workflows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Waiting for #1532 to be completed before starting work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Introduce parallelization/batching to certain protocols</a:t>
            </a:r>
          </a:p>
        </p:txBody>
      </p:sp>
    </p:spTree>
    <p:extLst>
      <p:ext uri="{BB962C8B-B14F-4D97-AF65-F5344CB8AC3E}">
        <p14:creationId xmlns:p14="http://schemas.microsoft.com/office/powerpoint/2010/main" val="149535881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AEC6-5708-57CC-757E-CF9124E6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2D18E-D82D-26A7-09A7-D9DCCC49247E}"/>
              </a:ext>
            </a:extLst>
          </p:cNvPr>
          <p:cNvSpPr txBox="1"/>
          <p:nvPr/>
        </p:nvSpPr>
        <p:spPr>
          <a:xfrm>
            <a:off x="570271" y="179988"/>
            <a:ext cx="866932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onthly Forecast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0788-0270-829E-890C-FB6551A07016}"/>
              </a:ext>
            </a:extLst>
          </p:cNvPr>
          <p:cNvSpPr txBox="1"/>
          <p:nvPr/>
        </p:nvSpPr>
        <p:spPr>
          <a:xfrm>
            <a:off x="570271" y="1023393"/>
            <a:ext cx="10344340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Sept/Oct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 on leave from 4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 to 15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</a:t>
            </a:r>
          </a:p>
        </p:txBody>
      </p:sp>
    </p:spTree>
    <p:extLst>
      <p:ext uri="{BB962C8B-B14F-4D97-AF65-F5344CB8AC3E}">
        <p14:creationId xmlns:p14="http://schemas.microsoft.com/office/powerpoint/2010/main" val="33283623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QCH-SG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03D145A80D144B7DB6C209C2F1C23" ma:contentTypeVersion="11" ma:contentTypeDescription="Create a new document." ma:contentTypeScope="" ma:versionID="37bc55e08b178bcd0b275d8ee395bd6f">
  <xsd:schema xmlns:xsd="http://www.w3.org/2001/XMLSchema" xmlns:xs="http://www.w3.org/2001/XMLSchema" xmlns:p="http://schemas.microsoft.com/office/2006/metadata/properties" xmlns:ns3="e8a35ef5-f02f-4b62-8e7d-e6c8a4b0dabd" targetNamespace="http://schemas.microsoft.com/office/2006/metadata/properties" ma:root="true" ma:fieldsID="d3f7aac5d39147bc5d634c9e3f0d1b57" ns3:_="">
    <xsd:import namespace="e8a35ef5-f02f-4b62-8e7d-e6c8a4b0d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35ef5-f02f-4b62-8e7d-e6c8a4b0d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35ef5-f02f-4b62-8e7d-e6c8a4b0dabd" xsi:nil="true"/>
  </documentManagement>
</p:properties>
</file>

<file path=customXml/itemProps1.xml><?xml version="1.0" encoding="utf-8"?>
<ds:datastoreItem xmlns:ds="http://schemas.openxmlformats.org/officeDocument/2006/customXml" ds:itemID="{D4BAEAF5-BE60-480A-8A5D-F9FBBB918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35ef5-f02f-4b62-8e7d-e6c8a4b0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0661E-B0F6-4289-9766-EF24B90739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AB265E-B562-47CB-AE36-263D04CD09CD}">
  <ds:schemaRefs>
    <ds:schemaRef ds:uri="http://schemas.openxmlformats.org/package/2006/metadata/core-properties"/>
    <ds:schemaRef ds:uri="http://purl.org/dc/terms/"/>
    <ds:schemaRef ds:uri="e8a35ef5-f02f-4b62-8e7d-e6c8a4b0dabd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14014</TotalTime>
  <Words>326</Words>
  <Application>Microsoft Office PowerPoint</Application>
  <PresentationFormat>Widescreen</PresentationFormat>
  <Paragraphs>72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Helvetica Neue</vt:lpstr>
      <vt:lpstr>Helvetica Neue Light</vt:lpstr>
      <vt:lpstr>Aptos</vt:lpstr>
      <vt:lpstr>Arial</vt:lpstr>
      <vt:lpstr>Calibri</vt:lpstr>
      <vt:lpstr>Calibri Light</vt:lpstr>
      <vt:lpstr>Office Theme</vt:lpstr>
      <vt:lpstr>NQCH-SG</vt:lpstr>
      <vt:lpstr>NQCH/QCIF Update - Hardware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NQCH Update - Hardware</dc:title>
  <dc:creator>#TAN YUANZHENG PAUL#</dc:creator>
  <cp:lastModifiedBy>Paul Tan</cp:lastModifiedBy>
  <cp:revision>127</cp:revision>
  <dcterms:created xsi:type="dcterms:W3CDTF">2024-05-29T05:01:05Z</dcterms:created>
  <dcterms:modified xsi:type="dcterms:W3CDTF">2026-07-27T07:16:40Z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0x0101008DB03D145A80D144B7DB6C209C2F1C23</vt:lpwstr>
  </property>
</Properties>
</file>